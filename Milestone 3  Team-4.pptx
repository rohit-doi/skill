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45" y="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901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0980" y="216419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 Match Resume Matcher and Skill Recommender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2238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your job search with intelligent resume analysis and personalized skill recommendations  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                                                                                                            BATCH -4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4544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Challenge Every Job Seeker Faces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29978"/>
            <a:ext cx="214955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 Black Hole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565452"/>
            <a:ext cx="21495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applications disappear into the void with no feedback on what's missing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3504367" y="3629978"/>
            <a:ext cx="214955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 Gaps Unknown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504367" y="4565452"/>
            <a:ext cx="21495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suspect you're missing key qualifications but don't know which ones matter most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14943" y="3629978"/>
            <a:ext cx="214955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Learning Overwhelm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14943" y="4565452"/>
            <a:ext cx="21495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Endless course options exist, but which skills will actually land you the job?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62151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SkillMatch Works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Upload &amp; Analyze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your resume and paste any job description you're targeting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Intelligent Matching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AI analyzes compatibility between your skills and job requirements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32181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 Actionable Insights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 detailed breakdowns of matched, partial, and missing skills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 &amp; Improve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targeted course recommendations to fill your specific skill gaps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47086"/>
            <a:ext cx="57973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Dual Analysis Modes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22840"/>
            <a:ext cx="348210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Analysis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374946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Leverages Google's Gemini AI for sophisticated natural language processing and contextual understanding of skills and requirements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39353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semantic analysis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83572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matching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627792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Nuanced skill evaluation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2722840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Rules-Based Matching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342721" y="3800237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proven keyword and skill-based algorithms for reliable, consistent results when AI isn't available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545592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processing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589811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consistency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634031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 optimization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5098"/>
            <a:ext cx="82037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Comprehensive Skill Analysis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97505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Matched Skills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you already possess that align perfectly with job requirements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897505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Partial Matches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where you have some experience but may need strengthening for the role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Skills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53426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competencies absent from your resume that could make or break your application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982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Keywords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5534263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terms from job descriptions that should appear in your optimized resume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1999" y="737116"/>
            <a:ext cx="7640003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Personalized Learning Pathways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51999" y="2402443"/>
            <a:ext cx="7640003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just identify gaps—bridge them with targeted course recommendations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99" y="3331845"/>
            <a:ext cx="1074420" cy="1289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41208" y="3546634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 Gap Identified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2041208" y="4011216"/>
            <a:ext cx="63507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pinpoints exactly which skills you're missing</a:t>
            </a:r>
            <a:endParaRPr lang="en-US" sz="16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999" y="4621173"/>
            <a:ext cx="1074420" cy="12893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041208" y="4835962"/>
            <a:ext cx="3136583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Courses Recommended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2041208" y="5300543"/>
            <a:ext cx="63507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 specific online courses grouped by each missing skill</a:t>
            </a:r>
            <a:endParaRPr lang="en-US" sz="16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999" y="5910501"/>
            <a:ext cx="1074420" cy="158186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041208" y="6125289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Career Ready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2041208" y="6589871"/>
            <a:ext cx="635079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targeted learning to become a competitive candidate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63140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Resume-Only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470785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Discover Your Best-Fit Roles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2047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just your resume to unlock personalized career insights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8744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AI-suggested job roles based on your experience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2964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explanations for why you're a strong fit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7184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learning paths for each recommended role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71404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you already have that transfer well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435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You'll See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05927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569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Match Score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06027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percentage showing overall compatibility with simple, visual charts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605927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569857"/>
            <a:ext cx="320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Improvement Checklist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06027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"what to improve" items specifically for your resume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605927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569857"/>
            <a:ext cx="38765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Learning Recommendations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06027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suggestions organized by skill gap with direct links to start learning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01698"/>
            <a:ext cx="59214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 for Performance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250638"/>
            <a:ext cx="3664744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310" y="2250638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25079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 Technology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2998351"/>
            <a:ext cx="30587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Modern, responsive web app ensuring fast performance across all devices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2250638"/>
            <a:ext cx="3664863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54868" y="2250638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5034082" y="25079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Supabase Backend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034082" y="2998351"/>
            <a:ext cx="30588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authentication and reliable database management for your data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4934069"/>
            <a:ext cx="36647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3310" y="493406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1142524" y="5191363"/>
            <a:ext cx="29323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User-Friendly Design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42524" y="5681782"/>
            <a:ext cx="3058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interface that makes complex analysis simple to understand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79451"/>
            <a:ext cx="93878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Transform Your Job Search Today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283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5306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Stop Guessing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5796677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precise insights into resume strengths and improvement areas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52283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73008" y="5306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 Strategically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73008" y="5796677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your time on skills that actually matter for your target roles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77995" y="52283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15111" y="5306258"/>
            <a:ext cx="29487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Land Your Dream Job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15111" y="579667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your resume and skills to stand out to employers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210CFB-C6B3-FB26-C4D0-5D6F04B39A01}"/>
              </a:ext>
            </a:extLst>
          </p:cNvPr>
          <p:cNvSpPr txBox="1"/>
          <p:nvPr/>
        </p:nvSpPr>
        <p:spPr>
          <a:xfrm>
            <a:off x="5308845" y="2325041"/>
            <a:ext cx="44033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THANK</a:t>
            </a:r>
            <a:r>
              <a:rPr lang="en-US" sz="4400" dirty="0"/>
              <a:t> </a:t>
            </a:r>
            <a:r>
              <a:rPr lang="en-US" sz="4400" b="1" dirty="0"/>
              <a:t>YOU</a:t>
            </a:r>
            <a:r>
              <a:rPr lang="en-US" sz="4400" dirty="0"/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0D9D4-0DD0-6355-713B-67CB2D955E3E}"/>
              </a:ext>
            </a:extLst>
          </p:cNvPr>
          <p:cNvSpPr txBox="1"/>
          <p:nvPr/>
        </p:nvSpPr>
        <p:spPr>
          <a:xfrm>
            <a:off x="4845412" y="3761163"/>
            <a:ext cx="5781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THIS PROJECT IS PRESENTED 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BCB79-5D7A-8A8E-77C4-AB0DAB7B98DE}"/>
              </a:ext>
            </a:extLst>
          </p:cNvPr>
          <p:cNvSpPr txBox="1"/>
          <p:nvPr/>
        </p:nvSpPr>
        <p:spPr>
          <a:xfrm>
            <a:off x="1463916" y="5193437"/>
            <a:ext cx="125441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SOHAN PRIYADARSHI SAHOO                              RAVI RAMAN                                              KUCHARLAPATI VASAVI                                                                       </a:t>
            </a:r>
          </a:p>
          <a:p>
            <a:endParaRPr lang="en-US" sz="2000" dirty="0"/>
          </a:p>
          <a:p>
            <a:r>
              <a:rPr lang="en-US" sz="2000" dirty="0"/>
              <a:t>CHARAN TEJ                                                            ROHIT KAMATAM                                      NELLURI SANTHOSH </a:t>
            </a:r>
            <a:r>
              <a:rPr lang="en-US" dirty="0"/>
              <a:t>KUMAR</a:t>
            </a:r>
          </a:p>
        </p:txBody>
      </p:sp>
    </p:spTree>
    <p:extLst>
      <p:ext uri="{BB962C8B-B14F-4D97-AF65-F5344CB8AC3E}">
        <p14:creationId xmlns:p14="http://schemas.microsoft.com/office/powerpoint/2010/main" val="659737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493</Words>
  <Application>Microsoft Office PowerPoint</Application>
  <PresentationFormat>Custom</PresentationFormat>
  <Paragraphs>96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Inter</vt:lpstr>
      <vt:lpstr>Inter Bold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gayathrikamatham2006@gmail.com</cp:lastModifiedBy>
  <cp:revision>3</cp:revision>
  <dcterms:created xsi:type="dcterms:W3CDTF">2025-09-24T01:52:36Z</dcterms:created>
  <dcterms:modified xsi:type="dcterms:W3CDTF">2025-09-24T02:59:21Z</dcterms:modified>
</cp:coreProperties>
</file>